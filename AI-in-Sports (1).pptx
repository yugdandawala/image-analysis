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Geist" panose="020B0604020202020204" charset="0"/>
      <p:regular r:id="rId10"/>
    </p:embeddedFont>
    <p:embeddedFont>
      <p:font typeface="Geist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350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47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3657600" cy="509354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686528"/>
            <a:ext cx="4722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in Sports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2307766"/>
            <a:ext cx="4722763" cy="52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250"/>
              </a:spcAft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Transforming Performance, Strategy, and Fan Experience</a:t>
            </a:r>
            <a:endParaRPr lang="en-US" sz="16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Presented by: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Yug Dandawala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6B230A-E9C4-9F4C-1407-CB46438D9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947" y="0"/>
            <a:ext cx="3136053" cy="50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8" y="613842"/>
            <a:ext cx="4722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 to AI in Sports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1216298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207517"/>
            <a:ext cx="4262065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AI?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522884"/>
            <a:ext cx="426206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Artificial Intelligence enables machines to analyze data and make intelligent decisions.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183681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174900"/>
            <a:ext cx="4262065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Who Uses It?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490267"/>
            <a:ext cx="426206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is used by athletes, coaches, referees, and sports organizations worldwide.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151063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142283"/>
            <a:ext cx="4262065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Does It Do?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457649"/>
            <a:ext cx="426206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processes large amounts of player and match data quickly to improve performance, decision-making, and safety.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4118446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6816" y="4109665"/>
            <a:ext cx="4262065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56816" y="4425032"/>
            <a:ext cx="426206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is becoming an essential part of modern sports at every level.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69FD93-E7CE-C85F-1563-858B934A1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947" y="0"/>
            <a:ext cx="3136053" cy="50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5265"/>
            <a:ext cx="8151763" cy="45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kern="0" spc="-5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Applications of AI in Sports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0" y="1097415"/>
            <a:ext cx="1353967" cy="836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8816" y="2014129"/>
            <a:ext cx="190916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Performance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48815" y="2249724"/>
            <a:ext cx="1909167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Tracks speed, movement, and player statistics in real time.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910" y="1135687"/>
            <a:ext cx="1292041" cy="7984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89681" y="2014129"/>
            <a:ext cx="190916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Training &amp; Coaching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594266" y="2260624"/>
            <a:ext cx="1909167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Creates personalized training plans tailored to each athlete.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733" y="1131948"/>
            <a:ext cx="1298088" cy="8022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52731" y="2014129"/>
            <a:ext cx="190916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Injury Prevention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452732" y="2298314"/>
            <a:ext cx="1909167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Detects fatigue and predicts injury risks before they occur.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5911" y="2983259"/>
            <a:ext cx="1292040" cy="7985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89681" y="3839245"/>
            <a:ext cx="1909242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Game Strategy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594266" y="4102933"/>
            <a:ext cx="190924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Analyzes opponents and suggests optimal tactics.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571" y="2956360"/>
            <a:ext cx="1292092" cy="79852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1935" y="3839245"/>
            <a:ext cx="190916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Officiating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41934" y="4102933"/>
            <a:ext cx="1909167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Supports decisions using technologies like VAR and Hawk-Eye.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FD9E6C-139E-9F8D-6AF5-A81321D2C2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947" y="0"/>
            <a:ext cx="3136053" cy="50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293"/>
            <a:ext cx="8151763" cy="446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kern="0" spc="-5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Benefits of AI in Sports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6983"/>
            <a:ext cx="2635300" cy="26353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1193" y="1256779"/>
            <a:ext cx="1638449" cy="15950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737" y="1413123"/>
            <a:ext cx="1249561" cy="44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Enhanced Performance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03737" y="1992437"/>
            <a:ext cx="1249561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Improves athlete performance using data-driven insights.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2620" y="1256779"/>
            <a:ext cx="1638449" cy="15950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75163" y="1413123"/>
            <a:ext cx="1249561" cy="44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Injury Reduction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75163" y="1992437"/>
            <a:ext cx="1249561" cy="527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Reduces injuries through continuous health monitoring.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4046" y="1256779"/>
            <a:ext cx="1638523" cy="15950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46590" y="1413123"/>
            <a:ext cx="1249635" cy="44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Faster Decisions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46590" y="1992437"/>
            <a:ext cx="1249635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faster and more accurate decision-making on and off the field.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1193" y="2984822"/>
            <a:ext cx="1638449" cy="15476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703737" y="3141166"/>
            <a:ext cx="1249561" cy="44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Smarter Strategy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3703737" y="3720480"/>
            <a:ext cx="1249561" cy="527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Helps coaches develop better match strategies.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2620" y="2984822"/>
            <a:ext cx="1638449" cy="154766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75163" y="3141166"/>
            <a:ext cx="1249561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Fan Experience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5475163" y="3497312"/>
            <a:ext cx="1249561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Enhances the fan experience with live analytics and personalized content.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39A6DA9-D3E7-FEA9-14A9-BB6DAF1BF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947" y="0"/>
            <a:ext cx="3136053" cy="50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1348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Challenges and Limitations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42963"/>
            <a:ext cx="2622724" cy="1180207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2165" y="1599009"/>
            <a:ext cx="2310631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High Costs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2165" y="1914376"/>
            <a:ext cx="2310631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Implementation and maintenance of AI systems require significant investment.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442963"/>
            <a:ext cx="2622724" cy="1180207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6647" y="1599009"/>
            <a:ext cx="2310631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Privacy Concerns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16647" y="1914376"/>
            <a:ext cx="2310631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Collecting and storing athlete performance data raises serious privacy issues.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442963"/>
            <a:ext cx="2622724" cy="1180207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1130" y="1599009"/>
            <a:ext cx="2310631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Data Quality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1130" y="1914376"/>
            <a:ext cx="2310631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predictions are only as good as the quality of available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764929"/>
            <a:ext cx="4004965" cy="995958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165" y="2920975"/>
            <a:ext cx="369287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Over-Reliance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2165" y="3236342"/>
            <a:ext cx="369287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Excessive dependence on technology may reduce human judgment and intuition.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764929"/>
            <a:ext cx="4004965" cy="995958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8888" y="2920975"/>
            <a:ext cx="369287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🏟️</a:t>
            </a: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Accessibility Gap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98888" y="3236342"/>
            <a:ext cx="369287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all sports organizations can afford advanced AI systems.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920356"/>
            <a:ext cx="8151763" cy="524396"/>
          </a:xfrm>
          <a:prstGeom prst="roundRect">
            <a:avLst>
              <a:gd name="adj" fmla="val 11354"/>
            </a:avLst>
          </a:prstGeom>
          <a:solidFill>
            <a:srgbClr val="4B3F0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102075"/>
            <a:ext cx="177180" cy="1417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56816" y="4097536"/>
            <a:ext cx="800650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Balancing innovation with ethics and accessibility is key to responsible AI adoption in sports.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E318BF-2F25-440E-7CE5-EF83E5CD8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947" y="0"/>
            <a:ext cx="3136053" cy="50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8591"/>
            <a:ext cx="8151763" cy="41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50" b="1" kern="0" spc="-5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of AI in Sports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564856" y="1043880"/>
            <a:ext cx="14288" cy="369093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4065501" y="1178719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5" name="Shape 3"/>
          <p:cNvSpPr/>
          <p:nvPr/>
        </p:nvSpPr>
        <p:spPr>
          <a:xfrm>
            <a:off x="4429981" y="1043880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77271" y="1062782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1083320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Wearable Devices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1355899"/>
            <a:ext cx="3444627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AI-powered wearables for real-time athlete monitoring.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9732" y="1908572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10" name="Shape 8"/>
          <p:cNvSpPr/>
          <p:nvPr/>
        </p:nvSpPr>
        <p:spPr>
          <a:xfrm>
            <a:off x="4429981" y="1773734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7271" y="1792635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03254" y="1813173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Stadiums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03254" y="2085752"/>
            <a:ext cx="344462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Personalized fan experiences powered by intelligent systems.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5501" y="2545705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9981" y="241086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7271" y="2429768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2450306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Injury Prediction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2722885"/>
            <a:ext cx="3444627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More accurate injury forecasting and recovery planning.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9732" y="3182913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29981" y="3048074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7271" y="3066976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03254" y="3087514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Talent Scouting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03254" y="3360093"/>
            <a:ext cx="3444627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AI-assisted identification and recruitment of future stars.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5501" y="3820120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9981" y="3685282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7271" y="3704183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6119" y="3724721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Ethical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119" y="3997300"/>
            <a:ext cx="344462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Responsible and transparent use of AI will become increasingly important.</a:t>
            </a: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FF53E50-8AF9-C0E8-F697-6EF2DBB1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947" y="0"/>
            <a:ext cx="3136053" cy="50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259052" y="2126694"/>
            <a:ext cx="4722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01253" y="2754806"/>
            <a:ext cx="5179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you for your attention.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CC9E6-B9E7-92A2-2913-2529C7AC1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947" y="0"/>
            <a:ext cx="3136053" cy="50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381</Words>
  <Application>Microsoft Office PowerPoint</Application>
  <PresentationFormat>On-screen Show (16:9)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Geist Bold</vt:lpstr>
      <vt:lpstr>Twemoji Mozilla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Yug Dandawala</cp:lastModifiedBy>
  <cp:revision>10</cp:revision>
  <dcterms:created xsi:type="dcterms:W3CDTF">2026-08-04T08:21:38Z</dcterms:created>
  <dcterms:modified xsi:type="dcterms:W3CDTF">2026-08-04T08:47:00Z</dcterms:modified>
</cp:coreProperties>
</file>